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028700"/>
            <a:ext cx="7315200" cy="10287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766E"/>
                </a:solidFill>
              </a:rPr>
              <a:t>Folio Presentation Deck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2314575"/>
            <a:ext cx="7315200" cy="1543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2022"/>
                </a:solidFill>
              </a:rPr>
              <a:t>A modern local-first office suite.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E2022"/>
                </a:solidFill>
              </a:rPr>
              <a:t>Zero cloud dependencies.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2026-10-18T21:26:36Z</dcterms:created>
  <dcterms:modified xsi:type="dcterms:W3CDTF">2026-10-18T21:26:36Z</dcterms:modified>
</cp:coreProperties>
</file>