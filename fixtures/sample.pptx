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2870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766E"/>
                </a:solidFill>
              </a:rPr>
              <a:t>Folio Presentation Deck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314575"/>
            <a:ext cx="731520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022"/>
                </a:solidFill>
              </a:rPr>
              <a:t>A modern local-first office suite.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022"/>
                </a:solidFill>
              </a:rPr>
              <a:t>Zero cloud dependencies.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2026-10-19T08:31:10Z</dcterms:created>
  <dcterms:modified xsi:type="dcterms:W3CDTF">2026-10-19T08:31:10Z</dcterms:modified>
</cp:coreProperties>
</file>